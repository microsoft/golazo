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7FFF"/>
    <a:srgbClr val="FFB7B7"/>
    <a:srgbClr val="FF5B5B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035" autoAdjust="0"/>
  </p:normalViewPr>
  <p:slideViewPr>
    <p:cSldViewPr snapToGrid="0">
      <p:cViewPr varScale="1">
        <p:scale>
          <a:sx n="143" d="100"/>
          <a:sy n="143" d="100"/>
        </p:scale>
        <p:origin x="924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4F29-4AE9-C573-1149-A3BB07EC8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1A10C-5BE1-7160-3606-D2E637945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F2704-9D4F-2288-2F6A-6740B90E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C7C88-9AAA-DCAB-1650-D0644F4C4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577B0-57EC-18E5-0233-5F204949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3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0ECB-97C9-7323-EAC0-DF3CAE43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7A986-C39C-3A3C-CBA9-0B7508975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57311-3378-B8E7-79EF-AC4D9FC6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94D67-4199-2965-34B8-CFBAE0C8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2E697-B09A-665B-716F-21AD68AF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2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9102-CC43-6602-5E5C-09B6DC6A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6F556-29CC-BF43-F9DF-B3CE9182C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23D2-C7FB-21E1-7777-0BC62DD7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A4B8A-7864-FF69-E6DE-CD9FE08D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1F66-1BA0-0570-279A-14410BE7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5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18C-0D01-FDDF-3237-BA0EC75D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783A-A749-5702-38CF-BD681149F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E04DC-44E3-C406-3543-3C024B0D0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044E2-ACBC-AC02-BE4B-51EC64FC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84423-8A5B-49F5-F576-F2048D51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432E8-C18B-DDFC-FD06-45496D2B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6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A0B4-FCF1-E7EA-7F8B-AC197C5D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FE266-DCC9-1EC4-F7A3-0992E5BBF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C9498-5B83-BDE6-2DB9-0D9783099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C6387-0EDE-6BE9-4062-397926C40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12707-5427-2145-9DEF-293AD6C62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20B5C-7C79-AA18-47BD-AEE35FF6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F1F9D-7CA5-A1C6-4D9F-5EA1BC945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0A3C72-5A99-96E2-104F-222E5938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6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4D37-6965-8696-AEB1-3C8F4C4F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C9B76-12FE-1941-3A93-7A8C28B0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9C474-EE25-8D98-42D6-E0FD83D2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16BBB-C2A0-5776-31A3-343E829C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6CFA-689C-1F0B-EBE8-2C87183B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5475C-E39C-CD48-EEEC-E8EB80AF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B738B-C944-B2CF-BBA2-59151F8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06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1BC1-DEA5-AAAA-72C0-B42C4634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1A6F0-2FB4-72FA-2363-5F4622E92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4C79D-7719-74D8-B112-A2EC2D81C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45535-7374-AD8F-31B6-5E62A610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3ED7A-DC70-DA19-27C3-521EB1C4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242DE-A92B-FE51-ED2A-7B37D3D2D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3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688F-C6FD-C479-A0EC-93543F73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F2963-8CE7-BCA6-06E4-F9F732D5E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23CE9-F9C0-00BA-44B6-60AF23A78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9B11B-6D9D-0E05-130D-2DF440E8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CFED5-4870-30EE-8719-7DF7F8D0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138FB-0B56-2E11-C32A-2E2A6091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2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B4E2-3D58-8C58-E425-703C7A83D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9F13F-AC5B-50DA-99FC-E226DF9FB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0DA9-0A09-A4B9-AA6E-857997F2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D6B7F-CA47-BC1F-1D75-49C28F99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7C3E5-23E9-0EDF-0002-661A3EDD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8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25648-148C-429D-952C-519E5462D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7E141-0B3F-D82F-CB06-D5532B8B9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BAD7-FDC0-3C2C-4D8B-EF82C85D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ECE56-AFC6-C53F-04AD-C71E200F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54C97-29CB-7D6A-DFB7-F21D7240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5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82882-126C-F923-0F6D-A04A2D08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7EDA-33C7-A805-8DAB-9299877F1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8A071-8CA7-2B01-36E7-51389A5B7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A1171-7550-4951-91AD-F3EB346DA0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4F0EA-FCE4-2FFC-6279-7D2100002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C3BDF-03A4-6990-DEEE-A29E57D66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426E6-5C9F-4BD0-8288-2ED8BE672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8A59F8-4E53-8FEA-2FA1-505C22FE8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22993"/>
              </p:ext>
            </p:extLst>
          </p:nvPr>
        </p:nvGraphicFramePr>
        <p:xfrm>
          <a:off x="1119258" y="1759251"/>
          <a:ext cx="9820006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787">
                  <a:extLst>
                    <a:ext uri="{9D8B030D-6E8A-4147-A177-3AD203B41FA5}">
                      <a16:colId xmlns:a16="http://schemas.microsoft.com/office/drawing/2014/main" val="2162674262"/>
                    </a:ext>
                  </a:extLst>
                </a:gridCol>
                <a:gridCol w="1060768">
                  <a:extLst>
                    <a:ext uri="{9D8B030D-6E8A-4147-A177-3AD203B41FA5}">
                      <a16:colId xmlns:a16="http://schemas.microsoft.com/office/drawing/2014/main" val="230166884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106745933"/>
                    </a:ext>
                  </a:extLst>
                </a:gridCol>
                <a:gridCol w="802005">
                  <a:extLst>
                    <a:ext uri="{9D8B030D-6E8A-4147-A177-3AD203B41FA5}">
                      <a16:colId xmlns:a16="http://schemas.microsoft.com/office/drawing/2014/main" val="3716713592"/>
                    </a:ext>
                  </a:extLst>
                </a:gridCol>
                <a:gridCol w="930084">
                  <a:extLst>
                    <a:ext uri="{9D8B030D-6E8A-4147-A177-3AD203B41FA5}">
                      <a16:colId xmlns:a16="http://schemas.microsoft.com/office/drawing/2014/main" val="3326397899"/>
                    </a:ext>
                  </a:extLst>
                </a:gridCol>
                <a:gridCol w="802005">
                  <a:extLst>
                    <a:ext uri="{9D8B030D-6E8A-4147-A177-3AD203B41FA5}">
                      <a16:colId xmlns:a16="http://schemas.microsoft.com/office/drawing/2014/main" val="504200277"/>
                    </a:ext>
                  </a:extLst>
                </a:gridCol>
                <a:gridCol w="930084">
                  <a:extLst>
                    <a:ext uri="{9D8B030D-6E8A-4147-A177-3AD203B41FA5}">
                      <a16:colId xmlns:a16="http://schemas.microsoft.com/office/drawing/2014/main" val="3587801473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646792449"/>
                    </a:ext>
                  </a:extLst>
                </a:gridCol>
                <a:gridCol w="1287083">
                  <a:extLst>
                    <a:ext uri="{9D8B030D-6E8A-4147-A177-3AD203B41FA5}">
                      <a16:colId xmlns:a16="http://schemas.microsoft.com/office/drawing/2014/main" val="212738692"/>
                    </a:ext>
                  </a:extLst>
                </a:gridCol>
                <a:gridCol w="980805">
                  <a:extLst>
                    <a:ext uri="{9D8B030D-6E8A-4147-A177-3AD203B41FA5}">
                      <a16:colId xmlns:a16="http://schemas.microsoft.com/office/drawing/2014/main" val="136184386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Backlog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Analyze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Engineer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Release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Customer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011951"/>
                  </a:ext>
                </a:extLst>
              </a:tr>
              <a:tr h="339845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Doing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Doing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54986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SWARM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60353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Interrupt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92361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772103"/>
                  </a:ext>
                </a:extLst>
              </a:tr>
            </a:tbl>
          </a:graphicData>
        </a:graphic>
      </p:graphicFrame>
      <p:grpSp>
        <p:nvGrpSpPr>
          <p:cNvPr id="45" name="Group 44">
            <a:extLst>
              <a:ext uri="{FF2B5EF4-FFF2-40B4-BE49-F238E27FC236}">
                <a16:creationId xmlns:a16="http://schemas.microsoft.com/office/drawing/2014/main" id="{59ECC39D-FA03-89D4-4B69-CA2A2A0EB4AB}"/>
              </a:ext>
            </a:extLst>
          </p:cNvPr>
          <p:cNvGrpSpPr/>
          <p:nvPr/>
        </p:nvGrpSpPr>
        <p:grpSpPr>
          <a:xfrm>
            <a:off x="6146898" y="2703711"/>
            <a:ext cx="319087" cy="330200"/>
            <a:chOff x="1943100" y="5667375"/>
            <a:chExt cx="319087" cy="330200"/>
          </a:xfrm>
          <a:solidFill>
            <a:srgbClr val="EE0000"/>
          </a:solidFill>
        </p:grpSpPr>
        <p:sp>
          <p:nvSpPr>
            <p:cNvPr id="41" name="Rectangle: Single Corner Snipped 40">
              <a:extLst>
                <a:ext uri="{FF2B5EF4-FFF2-40B4-BE49-F238E27FC236}">
                  <a16:creationId xmlns:a16="http://schemas.microsoft.com/office/drawing/2014/main" id="{69A86AE6-B154-DD96-06CD-8728CD5FBAEB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36624E73-C2FF-30DF-F38B-2086975A084D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D3C6141-B905-17F5-744F-484E56A06990}"/>
              </a:ext>
            </a:extLst>
          </p:cNvPr>
          <p:cNvGrpSpPr/>
          <p:nvPr/>
        </p:nvGrpSpPr>
        <p:grpSpPr>
          <a:xfrm>
            <a:off x="4262645" y="2694227"/>
            <a:ext cx="319087" cy="330200"/>
            <a:chOff x="1943100" y="5667375"/>
            <a:chExt cx="319087" cy="330200"/>
          </a:xfrm>
          <a:solidFill>
            <a:srgbClr val="EE0000"/>
          </a:solidFill>
        </p:grpSpPr>
        <p:sp>
          <p:nvSpPr>
            <p:cNvPr id="47" name="Rectangle: Single Corner Snipped 46">
              <a:extLst>
                <a:ext uri="{FF2B5EF4-FFF2-40B4-BE49-F238E27FC236}">
                  <a16:creationId xmlns:a16="http://schemas.microsoft.com/office/drawing/2014/main" id="{7BEC3191-4335-1B35-D014-CC62C6A8A02B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DCE9A11F-1272-CEC8-7916-5024BC71C18B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781F3C8-BFA4-696B-E278-9A46D346E60D}"/>
              </a:ext>
            </a:extLst>
          </p:cNvPr>
          <p:cNvGrpSpPr/>
          <p:nvPr/>
        </p:nvGrpSpPr>
        <p:grpSpPr>
          <a:xfrm>
            <a:off x="10231796" y="2726055"/>
            <a:ext cx="319087" cy="330200"/>
            <a:chOff x="1943100" y="5667375"/>
            <a:chExt cx="319087" cy="330200"/>
          </a:xfrm>
          <a:solidFill>
            <a:srgbClr val="EE0000"/>
          </a:solidFill>
        </p:grpSpPr>
        <p:sp>
          <p:nvSpPr>
            <p:cNvPr id="50" name="Rectangle: Single Corner Snipped 49">
              <a:extLst>
                <a:ext uri="{FF2B5EF4-FFF2-40B4-BE49-F238E27FC236}">
                  <a16:creationId xmlns:a16="http://schemas.microsoft.com/office/drawing/2014/main" id="{37762469-4D2F-1D58-63DA-CCAF3AB48764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E29AD123-5B39-4972-E7FA-2B42B9763FD0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A5E9890-E91D-C3AD-1BB5-BAE0997F21AE}"/>
              </a:ext>
            </a:extLst>
          </p:cNvPr>
          <p:cNvGrpSpPr/>
          <p:nvPr/>
        </p:nvGrpSpPr>
        <p:grpSpPr>
          <a:xfrm>
            <a:off x="2351050" y="3533542"/>
            <a:ext cx="319087" cy="330200"/>
            <a:chOff x="1943100" y="5667375"/>
            <a:chExt cx="319087" cy="330200"/>
          </a:xfrm>
          <a:solidFill>
            <a:srgbClr val="FFC000"/>
          </a:solidFill>
        </p:grpSpPr>
        <p:sp>
          <p:nvSpPr>
            <p:cNvPr id="53" name="Rectangle: Single Corner Snipped 52">
              <a:extLst>
                <a:ext uri="{FF2B5EF4-FFF2-40B4-BE49-F238E27FC236}">
                  <a16:creationId xmlns:a16="http://schemas.microsoft.com/office/drawing/2014/main" id="{6C6B583E-C1D6-2AEE-28E6-29BC11536656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2B8EEF91-D60B-D8A6-96A2-4489A0084354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: Single Corner Snipped 54">
            <a:extLst>
              <a:ext uri="{FF2B5EF4-FFF2-40B4-BE49-F238E27FC236}">
                <a16:creationId xmlns:a16="http://schemas.microsoft.com/office/drawing/2014/main" id="{4597D400-7223-C407-26A6-1F964D1D6F96}"/>
              </a:ext>
            </a:extLst>
          </p:cNvPr>
          <p:cNvSpPr/>
          <p:nvPr/>
        </p:nvSpPr>
        <p:spPr>
          <a:xfrm rot="10800000" flipH="1">
            <a:off x="4262644" y="3616224"/>
            <a:ext cx="319087" cy="330200"/>
          </a:xfrm>
          <a:prstGeom prst="snip1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: Single Corner Snipped 55">
            <a:extLst>
              <a:ext uri="{FF2B5EF4-FFF2-40B4-BE49-F238E27FC236}">
                <a16:creationId xmlns:a16="http://schemas.microsoft.com/office/drawing/2014/main" id="{062B9700-8936-9C95-D9B9-326DD67FEC9D}"/>
              </a:ext>
            </a:extLst>
          </p:cNvPr>
          <p:cNvSpPr/>
          <p:nvPr/>
        </p:nvSpPr>
        <p:spPr>
          <a:xfrm rot="10800000" flipH="1">
            <a:off x="6796944" y="4458891"/>
            <a:ext cx="319087" cy="330200"/>
          </a:xfrm>
          <a:prstGeom prst="snip1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Single Corner Snipped 56">
            <a:extLst>
              <a:ext uri="{FF2B5EF4-FFF2-40B4-BE49-F238E27FC236}">
                <a16:creationId xmlns:a16="http://schemas.microsoft.com/office/drawing/2014/main" id="{B0ACD514-C0FA-C689-8CBD-1EEF512FC904}"/>
              </a:ext>
            </a:extLst>
          </p:cNvPr>
          <p:cNvSpPr/>
          <p:nvPr/>
        </p:nvSpPr>
        <p:spPr>
          <a:xfrm rot="10800000" flipH="1">
            <a:off x="10072252" y="4458892"/>
            <a:ext cx="319087" cy="330200"/>
          </a:xfrm>
          <a:prstGeom prst="snip1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: Single Corner Snipped 57">
            <a:extLst>
              <a:ext uri="{FF2B5EF4-FFF2-40B4-BE49-F238E27FC236}">
                <a16:creationId xmlns:a16="http://schemas.microsoft.com/office/drawing/2014/main" id="{E0DFB04D-40EB-A5C9-1246-EDF1C5255D3F}"/>
              </a:ext>
            </a:extLst>
          </p:cNvPr>
          <p:cNvSpPr/>
          <p:nvPr/>
        </p:nvSpPr>
        <p:spPr>
          <a:xfrm rot="10800000" flipH="1">
            <a:off x="3398796" y="4423950"/>
            <a:ext cx="319087" cy="330200"/>
          </a:xfrm>
          <a:prstGeom prst="snip1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8AB484A-4875-E656-ABB0-449537B7391A}"/>
              </a:ext>
            </a:extLst>
          </p:cNvPr>
          <p:cNvGrpSpPr/>
          <p:nvPr/>
        </p:nvGrpSpPr>
        <p:grpSpPr>
          <a:xfrm>
            <a:off x="3364324" y="3540332"/>
            <a:ext cx="319087" cy="330200"/>
            <a:chOff x="1943100" y="5667375"/>
            <a:chExt cx="319087" cy="33020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0" name="Rectangle: Single Corner Snipped 59">
              <a:extLst>
                <a:ext uri="{FF2B5EF4-FFF2-40B4-BE49-F238E27FC236}">
                  <a16:creationId xmlns:a16="http://schemas.microsoft.com/office/drawing/2014/main" id="{3E35164F-88F8-866D-681A-4D1212DF618D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4BB22085-7E56-0FBF-CF57-6BFC1C73029B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C2DD3CD-F6A0-93E7-8FDD-D026AF79E651}"/>
              </a:ext>
            </a:extLst>
          </p:cNvPr>
          <p:cNvGrpSpPr/>
          <p:nvPr/>
        </p:nvGrpSpPr>
        <p:grpSpPr>
          <a:xfrm>
            <a:off x="10409926" y="3813770"/>
            <a:ext cx="319087" cy="330200"/>
            <a:chOff x="1943100" y="5667375"/>
            <a:chExt cx="319087" cy="33020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3" name="Rectangle: Single Corner Snipped 62">
              <a:extLst>
                <a:ext uri="{FF2B5EF4-FFF2-40B4-BE49-F238E27FC236}">
                  <a16:creationId xmlns:a16="http://schemas.microsoft.com/office/drawing/2014/main" id="{646DD2E1-76A2-4564-B335-34FFA2F22809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49903A92-89FF-4DD3-55FF-955A1CB90033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DA2828E-097B-69EC-F4EF-B311FB2296C0}"/>
              </a:ext>
            </a:extLst>
          </p:cNvPr>
          <p:cNvGrpSpPr/>
          <p:nvPr/>
        </p:nvGrpSpPr>
        <p:grpSpPr>
          <a:xfrm>
            <a:off x="10312492" y="4571284"/>
            <a:ext cx="319087" cy="330200"/>
            <a:chOff x="1943100" y="5667375"/>
            <a:chExt cx="319087" cy="33020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6" name="Rectangle: Single Corner Snipped 65">
              <a:extLst>
                <a:ext uri="{FF2B5EF4-FFF2-40B4-BE49-F238E27FC236}">
                  <a16:creationId xmlns:a16="http://schemas.microsoft.com/office/drawing/2014/main" id="{7D272621-815F-DCB6-084D-04DD7280D0ED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EC7B981A-E808-6374-2C38-5E44597179BF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0DF4CED-FE59-96D0-88A7-7ACF22F147B8}"/>
              </a:ext>
            </a:extLst>
          </p:cNvPr>
          <p:cNvGrpSpPr/>
          <p:nvPr/>
        </p:nvGrpSpPr>
        <p:grpSpPr>
          <a:xfrm>
            <a:off x="2739432" y="4754151"/>
            <a:ext cx="319087" cy="330200"/>
            <a:chOff x="1943100" y="5667375"/>
            <a:chExt cx="319087" cy="33020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9" name="Rectangle: Single Corner Snipped 68">
              <a:extLst>
                <a:ext uri="{FF2B5EF4-FFF2-40B4-BE49-F238E27FC236}">
                  <a16:creationId xmlns:a16="http://schemas.microsoft.com/office/drawing/2014/main" id="{BA9D0A41-1363-A127-5C0E-5E11C5F15643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EBB03ECA-F4EB-3780-A450-79EB32994C50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21FEA66-B7E4-B654-71CC-EEE6502E9313}"/>
              </a:ext>
            </a:extLst>
          </p:cNvPr>
          <p:cNvGrpSpPr/>
          <p:nvPr/>
        </p:nvGrpSpPr>
        <p:grpSpPr>
          <a:xfrm>
            <a:off x="5097869" y="4467616"/>
            <a:ext cx="319087" cy="330200"/>
            <a:chOff x="1943100" y="5667375"/>
            <a:chExt cx="319087" cy="33020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72" name="Rectangle: Single Corner Snipped 71">
              <a:extLst>
                <a:ext uri="{FF2B5EF4-FFF2-40B4-BE49-F238E27FC236}">
                  <a16:creationId xmlns:a16="http://schemas.microsoft.com/office/drawing/2014/main" id="{FA92146D-8BAF-D51D-7B1F-F98C4351509D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579283E6-8FD2-F0BF-283F-4C2396C7E6B9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AB4FB2F-48BD-F550-EC6C-C0542845F52D}"/>
              </a:ext>
            </a:extLst>
          </p:cNvPr>
          <p:cNvGrpSpPr/>
          <p:nvPr/>
        </p:nvGrpSpPr>
        <p:grpSpPr>
          <a:xfrm>
            <a:off x="3489945" y="3896452"/>
            <a:ext cx="319087" cy="330200"/>
            <a:chOff x="1943100" y="5667375"/>
            <a:chExt cx="319087" cy="3302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5" name="Rectangle: Single Corner Snipped 74">
              <a:extLst>
                <a:ext uri="{FF2B5EF4-FFF2-40B4-BE49-F238E27FC236}">
                  <a16:creationId xmlns:a16="http://schemas.microsoft.com/office/drawing/2014/main" id="{55E2939D-7165-1978-54BC-784CDCD84DCF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4915D0ED-C8ED-C66C-F748-506C8D5D124D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4920BD0-9DA6-C093-2F3A-310D475F7D16}"/>
              </a:ext>
            </a:extLst>
          </p:cNvPr>
          <p:cNvGrpSpPr/>
          <p:nvPr/>
        </p:nvGrpSpPr>
        <p:grpSpPr>
          <a:xfrm>
            <a:off x="10090839" y="4836833"/>
            <a:ext cx="319087" cy="330200"/>
            <a:chOff x="1943100" y="5667375"/>
            <a:chExt cx="319087" cy="3302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8" name="Rectangle: Single Corner Snipped 77">
              <a:extLst>
                <a:ext uri="{FF2B5EF4-FFF2-40B4-BE49-F238E27FC236}">
                  <a16:creationId xmlns:a16="http://schemas.microsoft.com/office/drawing/2014/main" id="{602B4D07-2336-E126-B21F-35DB77E4E61B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903B701C-6CA7-5A03-45FD-8A0D59899298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4705BEF-EE3D-1EDD-2DAE-368EDB20F4ED}"/>
              </a:ext>
            </a:extLst>
          </p:cNvPr>
          <p:cNvGrpSpPr/>
          <p:nvPr/>
        </p:nvGrpSpPr>
        <p:grpSpPr>
          <a:xfrm>
            <a:off x="2327401" y="4448667"/>
            <a:ext cx="319087" cy="330200"/>
            <a:chOff x="1943100" y="5667375"/>
            <a:chExt cx="319087" cy="3302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1" name="Rectangle: Single Corner Snipped 80">
              <a:extLst>
                <a:ext uri="{FF2B5EF4-FFF2-40B4-BE49-F238E27FC236}">
                  <a16:creationId xmlns:a16="http://schemas.microsoft.com/office/drawing/2014/main" id="{7EBF9250-3EC0-B7E6-1B5B-302ECC1C0D24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4A98FA6B-7461-8317-5602-D12D0AD92EA4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318564-F5ED-63B8-FC9F-32FB4B87A09F}"/>
              </a:ext>
            </a:extLst>
          </p:cNvPr>
          <p:cNvGrpSpPr/>
          <p:nvPr/>
        </p:nvGrpSpPr>
        <p:grpSpPr>
          <a:xfrm>
            <a:off x="2447521" y="4700590"/>
            <a:ext cx="319087" cy="330200"/>
            <a:chOff x="1943100" y="5667375"/>
            <a:chExt cx="319087" cy="3302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4" name="Rectangle: Single Corner Snipped 83">
              <a:extLst>
                <a:ext uri="{FF2B5EF4-FFF2-40B4-BE49-F238E27FC236}">
                  <a16:creationId xmlns:a16="http://schemas.microsoft.com/office/drawing/2014/main" id="{207C7692-596F-A3CC-4C2D-2E95F58EF2FD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79A7DC70-6970-5DF9-0B33-13A9A696F14F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92A7F39-3C28-612F-B804-79B358562D13}"/>
              </a:ext>
            </a:extLst>
          </p:cNvPr>
          <p:cNvGrpSpPr/>
          <p:nvPr/>
        </p:nvGrpSpPr>
        <p:grpSpPr>
          <a:xfrm>
            <a:off x="8813380" y="4477268"/>
            <a:ext cx="319087" cy="330200"/>
            <a:chOff x="1943100" y="5667375"/>
            <a:chExt cx="319087" cy="3302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7" name="Rectangle: Single Corner Snipped 86">
              <a:extLst>
                <a:ext uri="{FF2B5EF4-FFF2-40B4-BE49-F238E27FC236}">
                  <a16:creationId xmlns:a16="http://schemas.microsoft.com/office/drawing/2014/main" id="{C2F03291-6BDE-C9AF-ABB0-E5DC404DD88C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582D9B00-44FA-F1EE-36CB-8A87546B72D5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6943F66-5724-950C-EFE9-87D253F761CA}"/>
              </a:ext>
            </a:extLst>
          </p:cNvPr>
          <p:cNvGrpSpPr/>
          <p:nvPr/>
        </p:nvGrpSpPr>
        <p:grpSpPr>
          <a:xfrm>
            <a:off x="3597819" y="4609716"/>
            <a:ext cx="319087" cy="330200"/>
            <a:chOff x="1943100" y="5667375"/>
            <a:chExt cx="319087" cy="3302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90" name="Rectangle: Single Corner Snipped 89">
              <a:extLst>
                <a:ext uri="{FF2B5EF4-FFF2-40B4-BE49-F238E27FC236}">
                  <a16:creationId xmlns:a16="http://schemas.microsoft.com/office/drawing/2014/main" id="{9AACE0AB-7023-6CD2-7C66-6E6AFC632424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50CA2384-8608-90C2-3AF5-193F01EAFD5A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38758B8-A243-C5D1-3917-F6B96E782B11}"/>
              </a:ext>
            </a:extLst>
          </p:cNvPr>
          <p:cNvGrpSpPr/>
          <p:nvPr/>
        </p:nvGrpSpPr>
        <p:grpSpPr>
          <a:xfrm>
            <a:off x="3387381" y="4842400"/>
            <a:ext cx="319087" cy="330200"/>
            <a:chOff x="1943100" y="5667375"/>
            <a:chExt cx="319087" cy="3302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93" name="Rectangle: Single Corner Snipped 92">
              <a:extLst>
                <a:ext uri="{FF2B5EF4-FFF2-40B4-BE49-F238E27FC236}">
                  <a16:creationId xmlns:a16="http://schemas.microsoft.com/office/drawing/2014/main" id="{E47582DE-7C79-D73B-83A4-F16A35F57BF7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2F14BB8D-4972-969F-2F7C-CDD1A2538F33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4FDB42A-B540-6A14-86B7-E5C08CF1FE6C}"/>
              </a:ext>
            </a:extLst>
          </p:cNvPr>
          <p:cNvGrpSpPr/>
          <p:nvPr/>
        </p:nvGrpSpPr>
        <p:grpSpPr>
          <a:xfrm>
            <a:off x="5374944" y="4822295"/>
            <a:ext cx="319087" cy="330200"/>
            <a:chOff x="1943100" y="5667375"/>
            <a:chExt cx="319087" cy="3302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96" name="Rectangle: Single Corner Snipped 95">
              <a:extLst>
                <a:ext uri="{FF2B5EF4-FFF2-40B4-BE49-F238E27FC236}">
                  <a16:creationId xmlns:a16="http://schemas.microsoft.com/office/drawing/2014/main" id="{A91F6C75-5818-EE53-DDCB-9B7CEF6672D0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C6570B3D-9D03-AC05-048D-851F0FD8C4DD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0D74ED0-5F37-343E-876B-A9C97E0DBA6E}"/>
              </a:ext>
            </a:extLst>
          </p:cNvPr>
          <p:cNvGrpSpPr/>
          <p:nvPr/>
        </p:nvGrpSpPr>
        <p:grpSpPr>
          <a:xfrm>
            <a:off x="10569469" y="4832782"/>
            <a:ext cx="319087" cy="330200"/>
            <a:chOff x="1943100" y="5667375"/>
            <a:chExt cx="319087" cy="3302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99" name="Rectangle: Single Corner Snipped 98">
              <a:extLst>
                <a:ext uri="{FF2B5EF4-FFF2-40B4-BE49-F238E27FC236}">
                  <a16:creationId xmlns:a16="http://schemas.microsoft.com/office/drawing/2014/main" id="{E96C2540-1D9F-02F3-A72B-18F69B14EF0F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109285C5-1622-961E-5B4A-ED2845B1FFDC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BFAB91F-E1DC-EB11-5ACF-FCF02126890F}"/>
              </a:ext>
            </a:extLst>
          </p:cNvPr>
          <p:cNvGrpSpPr/>
          <p:nvPr/>
        </p:nvGrpSpPr>
        <p:grpSpPr>
          <a:xfrm>
            <a:off x="10534145" y="4419696"/>
            <a:ext cx="319087" cy="330200"/>
            <a:chOff x="1943100" y="5667375"/>
            <a:chExt cx="319087" cy="3302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02" name="Rectangle: Single Corner Snipped 101">
              <a:extLst>
                <a:ext uri="{FF2B5EF4-FFF2-40B4-BE49-F238E27FC236}">
                  <a16:creationId xmlns:a16="http://schemas.microsoft.com/office/drawing/2014/main" id="{768220CE-D9B1-4FCC-638D-FBFE8AAD635D}"/>
                </a:ext>
              </a:extLst>
            </p:cNvPr>
            <p:cNvSpPr/>
            <p:nvPr/>
          </p:nvSpPr>
          <p:spPr>
            <a:xfrm rot="10800000" flipH="1">
              <a:off x="1943100" y="5667375"/>
              <a:ext cx="319087" cy="330200"/>
            </a:xfrm>
            <a:prstGeom prst="snip1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703D4740-DDFF-0BDA-581F-5DCBFB345FD9}"/>
                </a:ext>
              </a:extLst>
            </p:cNvPr>
            <p:cNvSpPr/>
            <p:nvPr/>
          </p:nvSpPr>
          <p:spPr>
            <a:xfrm rot="18900000">
              <a:off x="2183225" y="5931481"/>
              <a:ext cx="65108" cy="45719"/>
            </a:xfrm>
            <a:prstGeom prst="triangl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7590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Martens</dc:creator>
  <cp:lastModifiedBy>Ben Martens</cp:lastModifiedBy>
  <cp:revision>1</cp:revision>
  <dcterms:created xsi:type="dcterms:W3CDTF">2025-10-24T23:01:22Z</dcterms:created>
  <dcterms:modified xsi:type="dcterms:W3CDTF">2025-10-24T23:35:49Z</dcterms:modified>
</cp:coreProperties>
</file>